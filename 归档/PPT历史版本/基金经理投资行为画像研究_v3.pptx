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357" r:id="rId4"/>
    <p:sldId id="354" r:id="rId5"/>
    <p:sldId id="269" r:id="rId6"/>
    <p:sldId id="351" r:id="rId7"/>
    <p:sldId id="271" r:id="rId8"/>
    <p:sldId id="352" r:id="rId9"/>
    <p:sldId id="272" r:id="rId10"/>
    <p:sldId id="358" r:id="rId12"/>
    <p:sldId id="275" r:id="rId13"/>
    <p:sldId id="353" r:id="rId14"/>
    <p:sldId id="361" r:id="rId15"/>
    <p:sldId id="277" r:id="rId16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 (主动管理)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 (行业集中度)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 (风格漂移)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 (绝对隐形交易)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 (过度自信)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FF3调整收益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-0.729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1.469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基金规模(对数)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19.787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13.816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23.429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1.043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5.842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数据来源：mvp_panel_final.csv  |  缩尾处理：1%/99%  |  聚类标准误：按基金聚类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三个模型递进：行为指标 → +控制变量 → +年份FE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86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1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2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3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-0.2830 (-5.48***)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 (-3.81***)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-0.1716 (-3.90***)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-0.0034 (-0.08)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 (0.92)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0.1136 (2.49**)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0.0020 (0.17)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 (0.64)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0.0189 (1.51)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0.1759 (8.94***)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 (7.95***)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0.0615 (2.74***)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-1.0725 (-25.18***)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 (-26.02***)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-1.3187 (-24.56***)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-0.0101 (-11.64***)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-0.0113 (-13.35***)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-0.0076 (-4.19***)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 (0.94)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0.0775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0.1066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*** p&lt;0.01, ** p&lt;0.05, * p&lt;0.1  |  核心模型(Model 2) R²=0.1066  |  N=9,519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5513</Words>
  <Application>WPS 演示</Application>
  <PresentationFormat/>
  <Paragraphs>554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JetBrains Mono</vt:lpstr>
      <vt:lpstr>FFont-Family</vt:lpstr>
      <vt:lpstr>Segoe UI Variable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9</cp:revision>
  <dcterms:created xsi:type="dcterms:W3CDTF">2026-08-05T01:04:00Z</dcterms:created>
  <dcterms:modified xsi:type="dcterms:W3CDTF">2026-08-06T08:53:15Z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